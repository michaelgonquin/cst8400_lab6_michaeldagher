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59" r:id="rId6"/>
    <p:sldId id="375" r:id="rId7"/>
    <p:sldId id="379" r:id="rId8"/>
    <p:sldId id="376" r:id="rId9"/>
    <p:sldId id="377" r:id="rId10"/>
    <p:sldId id="3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88" autoAdjust="0"/>
  </p:normalViewPr>
  <p:slideViewPr>
    <p:cSldViewPr snapToGrid="0" snapToObjects="1" showGuides="1">
      <p:cViewPr varScale="1">
        <p:scale>
          <a:sx n="153" d="100"/>
          <a:sy n="153" d="100"/>
        </p:scale>
        <p:origin x="546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Sarcasm Detector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(For Headlines)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Created by: Michael Dagher</a:t>
            </a:r>
          </a:p>
          <a:p>
            <a:r>
              <a:rPr lang="en-US" dirty="0"/>
              <a:t>ID#: 041088202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Dataset and Labels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News Headlines Dataset For Sarcasm Detection – Kaggle</a:t>
            </a:r>
          </a:p>
          <a:p>
            <a:r>
              <a:rPr lang="en-US" dirty="0"/>
              <a:t>Comes as a .</a:t>
            </a:r>
            <a:r>
              <a:rPr lang="en-US" dirty="0" err="1"/>
              <a:t>json</a:t>
            </a:r>
            <a:endParaRPr lang="en-US" dirty="0"/>
          </a:p>
          <a:p>
            <a:r>
              <a:rPr lang="en-US" dirty="0"/>
              <a:t>Three attributes: </a:t>
            </a:r>
            <a:r>
              <a:rPr lang="en-US" dirty="0" err="1"/>
              <a:t>is_sarcastic</a:t>
            </a:r>
            <a:r>
              <a:rPr lang="en-US" dirty="0"/>
              <a:t>, headline, </a:t>
            </a:r>
            <a:r>
              <a:rPr lang="en-US" dirty="0" err="1"/>
              <a:t>article_link</a:t>
            </a:r>
            <a:endParaRPr lang="en-US" dirty="0"/>
          </a:p>
          <a:p>
            <a:r>
              <a:rPr lang="en-US" dirty="0" err="1"/>
              <a:t>Is_sarcastic</a:t>
            </a:r>
            <a:r>
              <a:rPr lang="en-US" dirty="0"/>
              <a:t> is the label, headline is the relevant text.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Overview of model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Unlike a tone classifier, sarcasm requires context.</a:t>
            </a:r>
          </a:p>
          <a:p>
            <a:r>
              <a:rPr lang="en-US" dirty="0"/>
              <a:t>Using an LSTM (Long Short-Term Memory layer) we can process data </a:t>
            </a:r>
            <a:r>
              <a:rPr lang="en-US" i="1" dirty="0"/>
              <a:t>in order</a:t>
            </a:r>
            <a:r>
              <a:rPr lang="en-US" dirty="0"/>
              <a:t> retaining past context.</a:t>
            </a:r>
            <a:endParaRPr lang="en-US" i="1" dirty="0"/>
          </a:p>
          <a:p>
            <a:r>
              <a:rPr lang="en-US" dirty="0"/>
              <a:t>Making it Bidirectional allows it to retain </a:t>
            </a:r>
            <a:r>
              <a:rPr lang="en-US" i="1" dirty="0"/>
              <a:t>future</a:t>
            </a:r>
            <a:r>
              <a:rPr lang="en-US" dirty="0"/>
              <a:t> context as well.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FA77C14-CFC1-BFEB-35E3-F06A3548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370" y="821892"/>
            <a:ext cx="6692532" cy="52142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Model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Training accuracy reached 97.36%</a:t>
            </a:r>
          </a:p>
          <a:p>
            <a:r>
              <a:rPr lang="en-US" dirty="0"/>
              <a:t>Validation accuracy hovered around 85%</a:t>
            </a:r>
          </a:p>
        </p:txBody>
      </p:sp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BEST PREDICTIONS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79343-9E4F-28C2-38FB-F89830D4B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002" y="2474811"/>
            <a:ext cx="8972021" cy="12141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81D184-BE2B-A759-2314-DF6123EDE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01" y="3688914"/>
            <a:ext cx="8983707" cy="24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Potential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10435631" cy="3723753"/>
          </a:xfrm>
        </p:spPr>
        <p:txBody>
          <a:bodyPr/>
          <a:lstStyle/>
          <a:p>
            <a:r>
              <a:rPr lang="en-US" dirty="0"/>
              <a:t>Spend more time fine-tuning the layers.</a:t>
            </a:r>
          </a:p>
          <a:p>
            <a:r>
              <a:rPr lang="en-US" dirty="0"/>
              <a:t>Adjust some of the parameters like the max sequence length (currently 20)</a:t>
            </a:r>
          </a:p>
          <a:p>
            <a:r>
              <a:rPr lang="en-US" dirty="0"/>
              <a:t>Re-factor to use </a:t>
            </a:r>
            <a:r>
              <a:rPr lang="en-US" dirty="0" err="1"/>
              <a:t>TextVectorization</a:t>
            </a:r>
            <a:r>
              <a:rPr lang="en-US" dirty="0"/>
              <a:t> instead Tokenizer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Michael Dagher</a:t>
            </a:r>
          </a:p>
          <a:p>
            <a:r>
              <a:rPr lang="en-US" dirty="0"/>
              <a:t>ID#041088202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{ED4CB16C-C2E2-47D3-BA76-ABBD8BE6F150}TFe8699e8e-689b-4d7e-abcf-e888fd749829db3118dc_win32-d573b439b56f</Template>
  <TotalTime>36</TotalTime>
  <Words>160</Words>
  <Application>Microsoft Office PowerPoint</Application>
  <PresentationFormat>Widescreen</PresentationFormat>
  <Paragraphs>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Nova</vt:lpstr>
      <vt:lpstr>Biome</vt:lpstr>
      <vt:lpstr>Calibri</vt:lpstr>
      <vt:lpstr>Custom</vt:lpstr>
      <vt:lpstr>Sarcasm Detector</vt:lpstr>
      <vt:lpstr>Dataset and Labels</vt:lpstr>
      <vt:lpstr>Overview of model structure</vt:lpstr>
      <vt:lpstr>Model Performance</vt:lpstr>
      <vt:lpstr>BEST PREDICTIONS</vt:lpstr>
      <vt:lpstr>Potential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Dagher</dc:creator>
  <cp:lastModifiedBy>Michael Dagher</cp:lastModifiedBy>
  <cp:revision>2</cp:revision>
  <dcterms:created xsi:type="dcterms:W3CDTF">2025-11-03T03:38:57Z</dcterms:created>
  <dcterms:modified xsi:type="dcterms:W3CDTF">2025-11-03T04:15:52Z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